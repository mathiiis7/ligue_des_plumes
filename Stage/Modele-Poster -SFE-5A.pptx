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fr-FR"/>
    </a:defPPr>
    <a:lvl1pPr marL="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 snapToObjects="1">
      <p:cViewPr>
        <p:scale>
          <a:sx n="25" d="100"/>
          <a:sy n="25" d="100"/>
        </p:scale>
        <p:origin x="2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09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28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1544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27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868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3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720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0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3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1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82CFA-9436-3E4C-B042-C85D43D3ABAD}" type="datetimeFigureOut">
              <a:rPr lang="fr-FR" smtClean="0"/>
              <a:t>28/05/2018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F4419-E879-944A-B5B0-D1AE567620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53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 de texte 2"/>
          <p:cNvSpPr txBox="1"/>
          <p:nvPr/>
        </p:nvSpPr>
        <p:spPr>
          <a:xfrm>
            <a:off x="17595246" y="4805789"/>
            <a:ext cx="10979912" cy="4388902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spcAft>
                <a:spcPts val="0"/>
              </a:spcAft>
            </a:pPr>
            <a:r>
              <a:rPr lang="fr-FR" sz="9600" b="1" dirty="0">
                <a:solidFill>
                  <a:srgbClr val="374045"/>
                </a:solidFill>
                <a:effectLst/>
                <a:latin typeface="Helvetica Neue" charset="0"/>
                <a:ea typeface="Calibri" charset="0"/>
                <a:cs typeface="Times New Roman" charset="0"/>
              </a:rPr>
              <a:t>Logo structure</a:t>
            </a:r>
            <a:endParaRPr lang="fr-FR" sz="6600" dirty="0">
              <a:effectLst/>
              <a:ea typeface="Calibri" charset="0"/>
              <a:cs typeface="Times New Roman" charset="0"/>
            </a:endParaRPr>
          </a:p>
          <a:p>
            <a:pPr algn="r">
              <a:spcAft>
                <a:spcPts val="0"/>
              </a:spcAft>
            </a:pPr>
            <a:r>
              <a:rPr lang="fr-FR" sz="9600" b="1" dirty="0">
                <a:solidFill>
                  <a:srgbClr val="374045"/>
                </a:solidFill>
                <a:effectLst/>
                <a:latin typeface="Helvetica Neue" charset="0"/>
                <a:ea typeface="Calibri" charset="0"/>
                <a:cs typeface="Times New Roman" charset="0"/>
              </a:rPr>
              <a:t>stage</a:t>
            </a:r>
            <a:endParaRPr lang="fr-FR" sz="6600" dirty="0">
              <a:effectLst/>
              <a:ea typeface="Calibri" charset="0"/>
              <a:cs typeface="Times New Roman" charset="0"/>
            </a:endParaRPr>
          </a:p>
        </p:txBody>
      </p:sp>
      <p:sp>
        <p:nvSpPr>
          <p:cNvPr id="7" name="Zone de texte 3"/>
          <p:cNvSpPr txBox="1"/>
          <p:nvPr/>
        </p:nvSpPr>
        <p:spPr>
          <a:xfrm>
            <a:off x="1516131" y="7762240"/>
            <a:ext cx="28759082" cy="6024403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11500" b="1" dirty="0">
                <a:solidFill>
                  <a:srgbClr val="374045"/>
                </a:solidFill>
                <a:effectLst/>
                <a:latin typeface="Helvetica Neue" charset="0"/>
                <a:ea typeface="Calibri" charset="0"/>
                <a:cs typeface="Times New Roman" charset="0"/>
              </a:rPr>
              <a:t>Intitulé du stage</a:t>
            </a:r>
            <a:endParaRPr lang="fr-FR" sz="6000" dirty="0">
              <a:effectLst/>
              <a:ea typeface="Calibri" charset="0"/>
              <a:cs typeface="Times New Roman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6600" dirty="0">
                <a:solidFill>
                  <a:srgbClr val="374045"/>
                </a:solidFill>
                <a:effectLst/>
                <a:latin typeface="Helvetica Neue Light" charset="0"/>
                <a:ea typeface="Calibri" charset="0"/>
                <a:cs typeface="Times New Roman" charset="0"/>
              </a:rPr>
              <a:t>Prénoms Noms [Étudiant(s)]                              </a:t>
            </a:r>
            <a:r>
              <a:rPr lang="fr-FR" sz="6600" dirty="0" smtClean="0">
                <a:solidFill>
                  <a:srgbClr val="374045"/>
                </a:solidFill>
                <a:effectLst/>
                <a:latin typeface="Helvetica Neue Light" charset="0"/>
                <a:ea typeface="Calibri" charset="0"/>
                <a:cs typeface="Times New Roman" charset="0"/>
              </a:rPr>
              <a:t>Prénoms </a:t>
            </a:r>
            <a:r>
              <a:rPr lang="fr-FR" sz="6600" dirty="0">
                <a:solidFill>
                  <a:srgbClr val="374045"/>
                </a:solidFill>
                <a:effectLst/>
                <a:latin typeface="Helvetica Neue Light" charset="0"/>
                <a:ea typeface="Calibri" charset="0"/>
                <a:cs typeface="Times New Roman" charset="0"/>
              </a:rPr>
              <a:t>Noms [Encadrant</a:t>
            </a:r>
            <a:r>
              <a:rPr lang="fr-FR" sz="6600" dirty="0" smtClean="0">
                <a:solidFill>
                  <a:srgbClr val="374045"/>
                </a:solidFill>
                <a:effectLst/>
                <a:latin typeface="Helvetica Neue Light" charset="0"/>
                <a:ea typeface="Calibri" charset="0"/>
                <a:cs typeface="Times New Roman" charset="0"/>
              </a:rPr>
              <a:t>]</a:t>
            </a:r>
            <a:r>
              <a:rPr lang="fr-FR" sz="6000" dirty="0">
                <a:solidFill>
                  <a:srgbClr val="374045"/>
                </a:solidFill>
                <a:effectLst/>
                <a:latin typeface="Helvetica Neue Light" charset="0"/>
                <a:ea typeface="Calibri" charset="0"/>
                <a:cs typeface="Times New Roman" charset="0"/>
              </a:rPr>
              <a:t> </a:t>
            </a:r>
            <a:endParaRPr lang="fr-FR" sz="5400" dirty="0">
              <a:effectLst/>
              <a:ea typeface="Calibri" charset="0"/>
              <a:cs typeface="Times New Roman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30275213" cy="4284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3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16</Words>
  <Application>Microsoft Macintosh PowerPoint</Application>
  <PresentationFormat>Personnalisé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Helvetica Neue</vt:lpstr>
      <vt:lpstr>Helvetica Neue Light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de Microsoft Office</dc:creator>
  <cp:lastModifiedBy>Utilisateur de Microsoft Office</cp:lastModifiedBy>
  <cp:revision>3</cp:revision>
  <dcterms:created xsi:type="dcterms:W3CDTF">2018-05-28T07:34:57Z</dcterms:created>
  <dcterms:modified xsi:type="dcterms:W3CDTF">2018-05-28T11:48:57Z</dcterms:modified>
</cp:coreProperties>
</file>